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94" d="100"/>
          <a:sy n="94" d="100"/>
        </p:scale>
        <p:origin x="435"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1/20/2026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10.3%, despite a notable dip to 5.1%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3.67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3" name="Picture 2" descr="A screenshot of a graph">
            <a:extLst>
              <a:ext uri="{FF2B5EF4-FFF2-40B4-BE49-F238E27FC236}">
                <a16:creationId xmlns:a16="http://schemas.microsoft.com/office/drawing/2014/main" id="{726E62D2-5F1F-FE84-415F-FDB1F4AFF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879" y="1825625"/>
            <a:ext cx="7334321" cy="4351338"/>
          </a:xfrm>
          <a:prstGeom prst="rect">
            <a:avLst/>
          </a:prstGeom>
        </p:spPr>
      </p:pic>
      <p:sp>
        <p:nvSpPr>
          <p:cNvPr id="13" name="Oval 12">
            <a:extLst>
              <a:ext uri="{FF2B5EF4-FFF2-40B4-BE49-F238E27FC236}">
                <a16:creationId xmlns:a16="http://schemas.microsoft.com/office/drawing/2014/main" id="{DB459B85-8FF8-3F68-F083-4F22D9FF99A0}"/>
              </a:ext>
            </a:extLst>
          </p:cNvPr>
          <p:cNvSpPr/>
          <p:nvPr/>
        </p:nvSpPr>
        <p:spPr>
          <a:xfrm>
            <a:off x="8159397" y="2000985"/>
            <a:ext cx="1006680" cy="73713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521635" y="3327400"/>
            <a:ext cx="1111565" cy="436880"/>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622A03A8-9FE6-D649-8831-F488E4DEDF7E}"/>
              </a:ext>
            </a:extLst>
          </p:cNvPr>
          <p:cNvSpPr/>
          <p:nvPr/>
        </p:nvSpPr>
        <p:spPr>
          <a:xfrm>
            <a:off x="8184377" y="5142641"/>
            <a:ext cx="1006680" cy="6739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January and September.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4.5%,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5" name="Picture 4" descr="A screenshot of a graph">
            <a:extLst>
              <a:ext uri="{FF2B5EF4-FFF2-40B4-BE49-F238E27FC236}">
                <a16:creationId xmlns:a16="http://schemas.microsoft.com/office/drawing/2014/main" id="{5E54A233-142A-6722-4AFD-5032A343C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654" y="2433026"/>
            <a:ext cx="5627572" cy="3436547"/>
          </a:xfrm>
          <a:prstGeom prst="rect">
            <a:avLst/>
          </a:prstGeom>
        </p:spPr>
      </p:pic>
      <p:sp>
        <p:nvSpPr>
          <p:cNvPr id="8" name="Rectangle 7">
            <a:extLst>
              <a:ext uri="{FF2B5EF4-FFF2-40B4-BE49-F238E27FC236}">
                <a16:creationId xmlns:a16="http://schemas.microsoft.com/office/drawing/2014/main" id="{2F76FB0A-6CB5-47EB-50C2-6A2B95E1B209}"/>
              </a:ext>
            </a:extLst>
          </p:cNvPr>
          <p:cNvSpPr/>
          <p:nvPr/>
        </p:nvSpPr>
        <p:spPr>
          <a:xfrm>
            <a:off x="7078998" y="2433026"/>
            <a:ext cx="398762" cy="3495334"/>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ctangle 6">
            <a:extLst>
              <a:ext uri="{FF2B5EF4-FFF2-40B4-BE49-F238E27FC236}">
                <a16:creationId xmlns:a16="http://schemas.microsoft.com/office/drawing/2014/main" id="{9AE336E2-BFE9-301A-AFA2-2180EEC07102}"/>
              </a:ext>
            </a:extLst>
          </p:cNvPr>
          <p:cNvSpPr/>
          <p:nvPr/>
        </p:nvSpPr>
        <p:spPr>
          <a:xfrm>
            <a:off x="8536958" y="2433026"/>
            <a:ext cx="363202" cy="349533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March and May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March and May, while social media and video content maintained steady but slightly lower engagement.</a:t>
            </a:r>
            <a:endParaRPr lang="nb-NO" dirty="0"/>
          </a:p>
        </p:txBody>
      </p:sp>
      <p:pic>
        <p:nvPicPr>
          <p:cNvPr id="5" name="Picture 4" descr="A graph with blue line and orange line">
            <a:extLst>
              <a:ext uri="{FF2B5EF4-FFF2-40B4-BE49-F238E27FC236}">
                <a16:creationId xmlns:a16="http://schemas.microsoft.com/office/drawing/2014/main" id="{5C87E4DF-1688-B4C6-8BEC-3F148F416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0384" y="1690688"/>
            <a:ext cx="3748506" cy="2074699"/>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726397" y="1950404"/>
            <a:ext cx="1382803" cy="462596"/>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Picture 10" descr="A graph of blue and orange bars&#10;&#10;AI-generated content may be incorrect.">
            <a:extLst>
              <a:ext uri="{FF2B5EF4-FFF2-40B4-BE49-F238E27FC236}">
                <a16:creationId xmlns:a16="http://schemas.microsoft.com/office/drawing/2014/main" id="{E8567B33-9A69-80B6-C5B8-EA48C85BAD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0384" y="4073521"/>
            <a:ext cx="3748506" cy="2200279"/>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descr="A graph with blue squares and white text&#10;&#10;AI-generated content may be incorrect.">
            <a:extLst>
              <a:ext uri="{FF2B5EF4-FFF2-40B4-BE49-F238E27FC236}">
                <a16:creationId xmlns:a16="http://schemas.microsoft.com/office/drawing/2014/main" id="{8B84D4C0-AD1F-5AA1-C9CD-8E05A9531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8923" y="3947161"/>
            <a:ext cx="3035427" cy="2123440"/>
          </a:xfrm>
          <a:prstGeom prst="rect">
            <a:avLst/>
          </a:prstGeom>
        </p:spPr>
      </p:pic>
      <p:pic>
        <p:nvPicPr>
          <p:cNvPr id="9" name="Picture 8" descr="A graph of blue bars&#10;&#10;AI-generated content may be incorrect.">
            <a:extLst>
              <a:ext uri="{FF2B5EF4-FFF2-40B4-BE49-F238E27FC236}">
                <a16:creationId xmlns:a16="http://schemas.microsoft.com/office/drawing/2014/main" id="{9CE963FA-A81F-E28D-18AC-7FA140301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8924" y="1610360"/>
            <a:ext cx="3035427" cy="194056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143</TotalTime>
  <Words>786</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Pushkar Gupta</cp:lastModifiedBy>
  <cp:revision>3</cp:revision>
  <dcterms:created xsi:type="dcterms:W3CDTF">2024-09-03T15:16:05Z</dcterms:created>
  <dcterms:modified xsi:type="dcterms:W3CDTF">2026-01-20T18:58:44Z</dcterms:modified>
</cp:coreProperties>
</file>